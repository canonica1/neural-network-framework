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0449407c248fa" /><Relationship Type="http://schemas.openxmlformats.org/officeDocument/2006/relationships/extended-properties" Target="/docProps/app.xml" Id="Rfcd9123046604162" /><Relationship Type="http://schemas.openxmlformats.org/officeDocument/2006/relationships/officeDocument" Target="/ppt/presentation.xml" Id="Re171d9fdeda34d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7d09ddb8bb4b28"/>
  </p:sldMasterIdLst>
  <p:notesMasterIdLst>
    <p:notesMasterId xmlns:r="http://schemas.openxmlformats.org/officeDocument/2006/relationships" r:id="R743f281325eb41c1"/>
  </p:notesMasterIdLst>
  <p:sldIdLst>
    <p:sldId xmlns:r="http://schemas.openxmlformats.org/officeDocument/2006/relationships" id="256" r:id="R314e8418ebe64ddf"/>
    <p:sldId xmlns:r="http://schemas.openxmlformats.org/officeDocument/2006/relationships" id="257" r:id="Rc17cec10fb344233"/>
    <p:sldId xmlns:r="http://schemas.openxmlformats.org/officeDocument/2006/relationships" id="258" r:id="R9e8e2a71ca734f27"/>
    <p:sldId xmlns:r="http://schemas.openxmlformats.org/officeDocument/2006/relationships" id="259" r:id="Rc9f20f1e3b9643d0"/>
    <p:sldId xmlns:r="http://schemas.openxmlformats.org/officeDocument/2006/relationships" id="260" r:id="R354b5438f68e4ee9"/>
    <p:sldId xmlns:r="http://schemas.openxmlformats.org/officeDocument/2006/relationships" id="261" r:id="R4ac22abeaa9d4c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b2ad867fde4cc4" /><Relationship Type="http://schemas.openxmlformats.org/officeDocument/2006/relationships/slideMaster" Target="/ppt/slideMasters/slideMaster1.xml" Id="R657d09ddb8bb4b28" /><Relationship Type="http://schemas.openxmlformats.org/officeDocument/2006/relationships/notesMaster" Target="/ppt/notesMasters/notesMaster1.xml" Id="R743f281325eb41c1" /><Relationship Type="http://schemas.openxmlformats.org/officeDocument/2006/relationships/presProps" Target="/ppt/presProps.xml" Id="R8e4d0a98111d4044" /><Relationship Type="http://schemas.openxmlformats.org/officeDocument/2006/relationships/tableStyles" Target="/ppt/tableStyles.xml" Id="R74a27f87c3ad4b92" /><Relationship Type="http://schemas.openxmlformats.org/officeDocument/2006/relationships/slide" Target="/ppt/slides/slide1.xml" Id="R314e8418ebe64ddf" /><Relationship Type="http://schemas.openxmlformats.org/officeDocument/2006/relationships/slide" Target="/ppt/slides/slide2.xml" Id="Rc17cec10fb344233" /><Relationship Type="http://schemas.openxmlformats.org/officeDocument/2006/relationships/slide" Target="/ppt/slides/slide3.xml" Id="R9e8e2a71ca734f27" /><Relationship Type="http://schemas.openxmlformats.org/officeDocument/2006/relationships/slide" Target="/ppt/slides/slide4.xml" Id="Rc9f20f1e3b9643d0" /><Relationship Type="http://schemas.openxmlformats.org/officeDocument/2006/relationships/slide" Target="/ppt/slides/slide5.xml" Id="R354b5438f68e4ee9" /><Relationship Type="http://schemas.openxmlformats.org/officeDocument/2006/relationships/slide" Target="/ppt/slides/slide6.xml" Id="R4ac22abeaa9d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2d6f8a536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624c1e3ed44dc" /><Relationship Type="http://schemas.openxmlformats.org/officeDocument/2006/relationships/notesMaster" Target="/ppt/notesMasters/notesMaster1.xml" Id="Rab00ae2053f9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10f414ef30488c" /><Relationship Type="http://schemas.openxmlformats.org/officeDocument/2006/relationships/notesMaster" Target="/ppt/notesMasters/notesMaster1.xml" Id="R21f4c4e4d61d40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42d3ba0af40f1" /><Relationship Type="http://schemas.openxmlformats.org/officeDocument/2006/relationships/notesMaster" Target="/ppt/notesMasters/notesMaster1.xml" Id="Rb76362025ee1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4fda78d8a408c" /><Relationship Type="http://schemas.openxmlformats.org/officeDocument/2006/relationships/notesMaster" Target="/ppt/notesMasters/notesMaster1.xml" Id="Rdcd20c3fdb79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b6a3720f744ae" /><Relationship Type="http://schemas.openxmlformats.org/officeDocument/2006/relationships/notesMaster" Target="/ppt/notesMasters/notesMaster1.xml" Id="R0a7c56fce0d041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add2e747c4947" /><Relationship Type="http://schemas.openxmlformats.org/officeDocument/2006/relationships/notesMaster" Target="/ppt/notesMasters/notesMaster1.xml" Id="Red4ee22eb3ad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93b8f3f69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65e048e98748f9" /><Relationship Type="http://schemas.openxmlformats.org/officeDocument/2006/relationships/slideLayout" Target="/ppt/slideLayouts/slideLayout1.xml" Id="R81de44fe85c94f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e44fe85c94f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5d60349b7431a" /><Relationship Type="http://schemas.openxmlformats.org/officeDocument/2006/relationships/notesSlide" Target="/ppt/notesSlides/notesSlide1.xml" Id="R0672d66c41d445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2e0fcdd441d5" /><Relationship Type="http://schemas.openxmlformats.org/officeDocument/2006/relationships/notesSlide" Target="/ppt/notesSlides/notesSlide2.xml" Id="R0413260990d84c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122f4fca443f0" /><Relationship Type="http://schemas.openxmlformats.org/officeDocument/2006/relationships/notesSlide" Target="/ppt/notesSlides/notesSlide3.xml" Id="R37c4e6f68d8a4c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70d9ac4bb4401" /><Relationship Type="http://schemas.openxmlformats.org/officeDocument/2006/relationships/notesSlide" Target="/ppt/notesSlides/notesSlide4.xml" Id="Ra3fcb9384e07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9275f0adc4355" /><Relationship Type="http://schemas.openxmlformats.org/officeDocument/2006/relationships/notesSlide" Target="/ppt/notesSlides/notesSlide5.xml" Id="R35891590271441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bd956affe401f" /><Relationship Type="http://schemas.openxmlformats.org/officeDocument/2006/relationships/notesSlide" Target="/ppt/notesSlides/notesSlide6.xml" Id="R4a2a1fe25046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AB7A8-1D39-4D16-A18D-23B53C5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6542-C38E-48DB-820E-84A7978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D3AB6-B371-42AB-9D2A-806595C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ЗАЩИТА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9BEE5-341F-4184-9EBF-C0BBCE8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Neural Network</a:t>
            </a:r>
          </a:p>
          <a:p xmlns:a="http://schemas.openxmlformats.org/drawingml/2006/main">
            <a:pPr>
              <a:def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2ED4-EE84-4B22-8D50-35AFBA3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Учебный C++20 фреймворк для полносвязных нейросетей: слой, сеть, loss, backward и один понятный шаг обучения.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A2C9-EEDE-4C5D-B3B5-1CB15BAC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123950"/>
            <a:ext cx="2857500" cy="3238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DA7C6-F565-48F5-878E-CF9E34B9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Главная идея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1A547-5A6D-4F6A-AB9C-773CF10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152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Показать не готовую ML-библиотеку, а внутренний цикл: forward, backward и обновление параметров.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4E57-F1B0-4B78-95A0-0EF84478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4F509-6BB8-4BD0-AF80-69A16F7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C++20 · Eigen · CMake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7EDC7-1AC6-438A-857C-7C4AEAD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FB1D1-B4EB-4D0E-8FBA-9F786D6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0649C-BFBF-47D4-B8F3-12181F9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1727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14B29-734C-49A5-9CD5-A83E349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ОБЗОР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A3C0E-1AB2-4972-86A4-E6136943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Что реализовано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27494-3692-49CF-8E7A-AFD3891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364DC-BF2D-48D5-B74B-483F95D4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BD8DA-C05B-4E40-B6AC-9A777BD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03CA8-7A37-42CB-92BF-2E39B908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47A38-3839-4E3B-A859-8FA00EA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5361-69EE-43C5-837C-3A2528D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079A4-30B5-476E-99DE-3AA2918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Хранит последовательность слоев и запускает predict / forward / backward.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C5432-4D05-4DAD-9E3A-E52BAAF8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29384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285E2-162A-40FB-A0B4-60848D94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8050" y="2876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CF064-6C68-4FB7-A5E1-918470C5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DF2BD-99DA-4343-BB1B-948FF2B8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82F13-3C13-4975-A282-A505525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48203-1652-4255-AEC8-C964E3F6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LinearLayer с параметрами и ReluLayer без обучаемых весов.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7C86B-2C49-4778-92EC-9B07B22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29384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EAD93-3975-4867-9784-445B6D5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72200" y="2876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B7D1D-854D-4AFE-A69C-8BEB7353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B9A96-F683-4B81-BF1A-165AD5C6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5AC4D-2A58-460A-88DD-CFBCECFC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MSELoss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9C870-3109-4F7D-8436-485A8F51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Считает ошибку и градиент по выходу сети для batch.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45F99-45E6-4EF4-8760-EE8B46B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29384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3FFFE-3725-4C9C-AE49-3A8B179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96350" y="2876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0CD9E-62A8-4363-B04A-60060329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343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EB68C-18C0-414E-8658-979D640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DD6BD-738C-42A3-9191-1E394488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4DBF1-870F-487D-BFF4-8531760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Unit-тесты, gradient check и запуск demo на MNIST.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0E0FE-2798-4C45-B268-A10708D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Граница проекта: полносвязная sequential-модель, без сверточных слоев, softmax loss и GPU.</a:t>
            </a:r>
          </a:p>
        </p:txBody>
      </p:sp>
    </p:spTree>
    <p:extLst>
      <p:ext uri="{BB962C8B-B14F-4D97-AF65-F5344CB8AC3E}">
        <p14:creationId xmlns:p14="http://schemas.microsoft.com/office/powerpoint/2010/main" val="719445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3D8DB-D391-4ABE-9C05-A228A8E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КЛЮЧЕВОЙ СЛОЙ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3A27D-796C-45EF-B1BC-731C8B5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LinearLayer: формула и backward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8010E-0024-4325-907F-BD6C626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1E6A-1093-4173-B15D-78752A3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A3B9C-BF1C-4867-973C-9649F1B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A42F4-7702-4300-8190-61DBE71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447675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B8E7F-ACE0-40C5-94AE-CB8DB0F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Forward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32462-0015-4C58-835A-81A0B59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Y = W X +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D4C5A-8E19-4C1B-8DD1-3CE1266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В forward слой сохраняет input_cache, чтобы в backward восстановить градиенты по весам и входу.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0E274-08E0-47BB-A2B6-13385D18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23875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8D599-F390-4670-BB08-851557B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Backward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7E806-6513-4678-822A-C2D8E56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dX = Wᵀ · 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dW = U · Xᵀ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db = sum(U по batch)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080FA-D18F-4C2F-AB93-B2C7751C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 — градиент, пришедший от следующего слоя</a:t>
            </a:r>
          </a:p>
        </p:txBody>
      </p:sp>
    </p:spTree>
    <p:extLst>
      <p:ext uri="{BB962C8B-B14F-4D97-AF65-F5344CB8AC3E}">
        <p14:creationId xmlns:p14="http://schemas.microsoft.com/office/powerpoint/2010/main" val="1185997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2C3A2-F09B-43A7-ACED-E5D51244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АРХИТЕКТУРА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4B3EB-201F-44A1-A053-5CCD166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AnyLayer: разные слои в одной сети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2B57C-00B5-4DCE-BBDF-DBC330EE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995E4-FF9C-4F54-9B15-4A503B25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ECDD5-F0E2-4861-9577-FC59ACEA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5F341-DF72-4E01-8022-6A0E584F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Проблема: LinearLayer и ReluLayer — разные типы, но Network должен хранить их в одном векторе.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5668A-F699-4003-B638-DA17BF3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A0860-A9B8-4855-B8DA-7B2C4A7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6670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5B0AC-1DBA-41A7-83DB-00DF6B7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6670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B055F-7EB1-4AC2-9E2B-8F5D7D2C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9080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729A2-BF46-4551-9D60-3E57F0A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574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A8B2D-A06C-4E16-B4E2-DA14ACC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vector&lt;AnyLayer&gt;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3B787-D95E-4EC0-8D03-6DF6BDA8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CB7ED-0774-4561-BFB9-FF3587E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574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AnyLayer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AD14A-E1FA-4C15-B36E-8DBCDFA6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Concept</a:t>
            </a:r>
          </a:p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Model&lt;Layer&gt;</a:t>
            </a:r>
          </a:p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unique_ptr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134FD-5871-43BD-B14B-14A9BA43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BBAD7-25E7-43A9-BF4E-A004FE52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574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3D81D-8777-42F4-959C-BE70A3A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LinearLayer</a:t>
            </a:r>
          </a:p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ReluLayer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0D068-B0DE-4B7E-B542-A93919C8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224213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37E70-4480-4AAD-B9B7-464F5120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29150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D1699-EA28-4050-8EBF-25B2A087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3224213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06D55-25E7-4503-A7FA-A141DE63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39150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8BB78-74BD-41A4-9CC1-6E9F305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918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На защите: это type erasure. Пользователь добавляет обычные объекты слоев, а сеть вызывает общий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608867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D712F-04D5-4A50-B02D-359B5600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ОБУЧЕНИЕ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3790-E2DF-4691-9DD6-DAAD334A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Один шаг градиентного спуска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AB6C-4F3C-41ED-8222-1730FAB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61F74-513F-44F8-B474-42317904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FBB02-A695-4DF9-8EE1-FAB8657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51725-BD2A-4119-A187-7D35C63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43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60A3-37DC-4367-BDC7-53EEE2D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764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FB50F-36C7-4E0F-8F56-9C6B79AA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forward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3FBB6-C724-4B21-BC29-CF7F1E7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получаем prediction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52860-5BCB-4862-81B5-B08AC7C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7925" y="2281238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88C7B-6AAC-44CF-B5B6-9D3EB6B5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95600" y="2219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6B8C0-DBE5-4A7B-BA3F-4EAC5AE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43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1E540-E9F3-411F-81ED-74053945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764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1E384-BA07-4D6A-AA08-583141A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MSELoss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B4C66-9B12-441B-9634-AFA0F38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48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loss и градиент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CC0C7-1F3B-4C2B-84D4-A240E80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2281238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629EC-DEB7-440E-B256-73E5C775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8250" y="2219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D0A80-25AE-467D-8A76-B5067CF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8947B-52DF-4DF0-A074-DFB0475C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F48E0-6F08-42F5-9A15-23677E1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backward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624B5-8485-4A9D-8E7E-C9278FC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градиенты параметров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2765E-66A7-4182-812B-8B96055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2281238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43543-4E86-4C73-A153-DAD914A8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00900" y="2219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31033-A9DF-4C74-9B8A-F7C2D89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168E3-86B5-4E5B-9B80-248B68B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23A8C-C251-4019-B338-A178110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AF7F9-7160-4AAF-8D26-C81345A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theta -= lr * grad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08FAD-C122-4774-A23D-D741479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2281238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034E4-283D-48CF-8767-31678064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53550" y="2219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E7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B41EA-7449-46B4-B8C2-4E6195B5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43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CF83D-C549-4380-AC8A-2FB8C83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764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E5564D-CD37-4090-99C0-4C13C0B0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90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zero_grad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1F5B9-4484-4758-AFA1-A21A21D1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48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готово к batch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1ADFE-3699-4F50-B32D-372CA33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742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50AE4A-5E7A-4265-AC9C-F405C4E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387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В презентации объясняю только обычный градиентный спуск: параметры двигаются против градиента ошибки.</a:t>
            </a:r>
          </a:p>
        </p:txBody>
      </p:sp>
    </p:spTree>
    <p:extLst>
      <p:ext uri="{BB962C8B-B14F-4D97-AF65-F5344CB8AC3E}">
        <p14:creationId xmlns:p14="http://schemas.microsoft.com/office/powerpoint/2010/main" val="978931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BB6AE-C3DD-4CF7-899C-15BB2660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80BCE-AE1E-4FAC-ACFF-811E9F51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Как доказано, что проект работает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A6DD-9670-48D3-9EB6-2819D13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88B61-CF93-49F5-B6C4-B2A4E82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Источник: отчет и репозиторий Canonica1/neural-network-framework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AD201-F2D3-4399-8D07-A1818C12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4A053-9BC3-4DA7-8A59-006C18D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7625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37F2F-1D24-499D-8BAA-3C2E7BD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Тесты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A307A-B953-45A0-816A-200CF54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61325-D4D8-4C88-9011-F61CCC36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MSE: значение loss и градиент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F6E62-2250-4D18-BA30-569D69F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24A53-5138-4C85-A532-DC13FDCE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ReLU: маска в forward/backward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E6549-A8A6-4BB0-B4B5-D04DB824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67A94-22FA-4AB0-9ABB-76D28ED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LinearLayer: gradient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595B8-6AA7-4A68-8145-519394A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51DE1-0F77-43A5-9237-FBA4E57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Интеграционный тест: loss уменьшается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F09FB-26B7-417C-B30D-F2ACACE2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4914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3A04B-4DBA-4A84-A398-98B9166C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MNIST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C7D9B-6019-4D99-973C-0FAFFF1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784 → 128 →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6795-7030-42C6-902D-BB24139C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Linear · ReLU · Linear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EC9F1-2D8C-408C-9F7A-31BE6EA4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94347-1F3E-4F39-9260-20970B3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validation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75EE0-B98B-4456-9E88-E3B8866E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0.9753</a:t>
            </a:r>
          </a:p>
        </p:txBody>
      </p:sp>
    </p:spTree>
    <p:extLst>
      <p:ext uri="{BB962C8B-B14F-4D97-AF65-F5344CB8AC3E}">
        <p14:creationId xmlns:p14="http://schemas.microsoft.com/office/powerpoint/2010/main" val="600285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2026-06-19T09:23:29.3690000Z</dcterms:created>
  <dcterms:modified xsi:type="dcterms:W3CDTF">2026-06-19T09:23:29.3690000Z</dcterms:modified>
</coreProperties>
</file>